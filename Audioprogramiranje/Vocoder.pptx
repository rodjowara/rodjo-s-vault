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60" r:id="rId5"/>
    <p:sldId id="265" r:id="rId6"/>
    <p:sldId id="258" r:id="rId7"/>
    <p:sldId id="261" r:id="rId8"/>
    <p:sldId id="262" r:id="rId9"/>
    <p:sldId id="266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646F3-4D51-4633-9D90-DFAF09B09F6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AC7C1-5677-4E72-86ED-3B95FFE5C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92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AC7C1-5677-4E72-86ED-3B95FFE5CA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01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CB9C-BD17-A210-EBD5-BE3B17553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A39EE-9268-71BB-DB4B-737453B87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0F468-8F2C-0487-37E8-499D5378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C27C5-752A-16CD-6341-6961D3A19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E9CBF-2B02-07E7-AD17-A7AA390F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4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82BE-AE51-5DCD-CBED-9E62D0BC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2733-57EC-993F-3288-244935FEA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C2AF9-5115-9857-D6B3-8986D5EC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F5DA8-0AC5-F9D0-92C9-8F6EEF92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6B6BB-6CAA-2E60-F50A-C3601CDB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8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47AF-E44D-617A-CD05-19BCBB2E6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A37EF-CFFE-7E3D-4DBE-F7D8BF18F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8D1EA-128E-64C7-C657-B50B182CF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AF6A2-BB46-154A-AE9A-5131B54D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56A26-BD10-6AB6-14E4-6E237665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4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7E28-5681-E34E-C3DB-19B3A409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5206-D67A-5B4D-62B8-CB5CB52A4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695C1-B419-9F48-04FD-FA94F88F8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00F6B-06C9-A221-057D-6C722DF95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3D183-A6A3-4E3A-56B4-C70EDABF2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3813C-BE5D-17CC-FCE1-4D6062CB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AC7B-BEEE-C30E-0FE7-793BE66C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B3C59-02C7-81C3-721B-35DFEA8E6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938A3-9C00-4999-2028-0162AE3E2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772D16-FD2C-18EA-2F68-1D1CBDCEF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089A8-3545-64C8-28EE-95EC618997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295C3-25DC-8384-8886-2F386E1D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1BA5E-9C1A-9EF9-DD48-FBECA8380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6B0A24-37F3-1CAE-5702-739515938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70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C69A-BC29-82A3-7EC3-1A6F2E6C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5E9B8-59B1-5765-1D81-A42F4256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DE08D-7783-BB96-B11F-5DF2A4128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8FD9C-BE9E-11F8-8AD1-CBB15AAE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7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A0F4D-E640-4B36-DFA7-4E0ABAA9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F8D1F-E404-130C-1095-4D7B9251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90D54-32D2-B34D-1F42-18748DF9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52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DD95-ABCC-4D1E-E6C3-2EE60AF7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508D7-C911-E7A9-C0B6-0D687BC91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BB714-D2C7-C859-BDCF-ACA6BBCA6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AD44D-73DA-DA6C-2127-2AC4C5C2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5E87F-2899-EC2A-7EA4-47E776B7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9D4A5-F09B-1041-8EF1-1CE49BBD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24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CBDE-58CE-861E-9650-68032C97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6936A-A02D-3474-7B44-8973C3859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9BF0E-F949-515A-49F9-229C3831B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B2691-CA54-93AC-B8DC-D7A571EA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BF41D-806E-CEBD-286A-4F9D87B7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4AD18-6861-9769-8BA3-ABFF229F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4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1661-B381-A8A1-5C53-1F8A8431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4978F8-34F5-F43F-4B9F-68E3ACDCE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0C0DA-E35F-02A3-EEA2-32ECAE84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8805F-48CF-3876-4E4E-614E558ED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F2694-CA80-D504-942E-FE849F68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CEDD3-2E69-7A18-544E-54AF515C5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3A2E4-7F3C-3D2C-5D7B-BB6BE9CC1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F3AA4-A2B4-5CB0-420F-A285B7C7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A67A1-B1E8-DD48-C5AF-463CD66A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0EF77-DE90-188C-2D6E-657383D4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74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82F899-0D05-0E8C-075B-B4DF7DCB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A81CC-EAF7-1C31-9355-82C588D32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DEB1E-8340-6C9A-E199-6DD22A7910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293E6-85D1-4A10-945A-9D0FCA19D07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69F88-002E-70FA-754F-E3482DDE1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1F316-C540-79CB-FCFC-08076F36B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A7E27-C1EC-495E-8F49-D5E448569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7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Schematic-of-a-standard-vocoder_fig1_35614480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cradix.de/an-introduction-to-biquad-filter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bela.io/tutorials/c-plus-plus-for-real-time-audio-programming/phase-vocoder-part-1/" TargetMode="External"/><Relationship Id="rId2" Type="http://schemas.openxmlformats.org/officeDocument/2006/relationships/hyperlink" Target="https://www.roland.com/uk/blog/what-is-a-vocode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C152-D687-06A5-20D2-B9413A280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US" dirty="0"/>
              <a:t>Vocoder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DDE1A-ACFC-7D99-BFDB-0D19B508C136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8604F-329B-CAE2-1D11-1B30FCC6493F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E0927-9923-93DD-E2FF-8240FB8438A0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78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A538-C65E-B84D-6806-71E73189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Općenito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685DF-1F98-08A4-3FB7-6A1FF1744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koder</a:t>
            </a:r>
            <a:r>
              <a:rPr lang="en-US" dirty="0"/>
              <a:t> </a:t>
            </a:r>
            <a:r>
              <a:rPr lang="en-US" dirty="0" err="1"/>
              <a:t>ljudskog</a:t>
            </a:r>
            <a:r>
              <a:rPr lang="en-US" dirty="0"/>
              <a:t> </a:t>
            </a:r>
            <a:r>
              <a:rPr lang="en-US" dirty="0" err="1"/>
              <a:t>glasa</a:t>
            </a:r>
            <a:endParaRPr lang="en-US" dirty="0"/>
          </a:p>
          <a:p>
            <a:r>
              <a:rPr lang="en-US" dirty="0" err="1"/>
              <a:t>analizira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sintetizira</a:t>
            </a:r>
            <a:r>
              <a:rPr lang="en-US" dirty="0"/>
              <a:t> </a:t>
            </a:r>
            <a:r>
              <a:rPr lang="en-US" dirty="0" err="1"/>
              <a:t>ljudski</a:t>
            </a:r>
            <a:r>
              <a:rPr lang="en-US" dirty="0"/>
              <a:t> </a:t>
            </a:r>
            <a:r>
              <a:rPr lang="en-US" dirty="0" err="1"/>
              <a:t>glas</a:t>
            </a:r>
            <a:r>
              <a:rPr lang="en-US" dirty="0"/>
              <a:t> za </a:t>
            </a:r>
            <a:r>
              <a:rPr lang="en-US" dirty="0" err="1"/>
              <a:t>kompresiju</a:t>
            </a:r>
            <a:r>
              <a:rPr lang="en-US" dirty="0"/>
              <a:t>, </a:t>
            </a:r>
            <a:r>
              <a:rPr lang="en-US" dirty="0" err="1"/>
              <a:t>multipleksiranje</a:t>
            </a:r>
            <a:r>
              <a:rPr lang="en-US" dirty="0"/>
              <a:t>, </a:t>
            </a:r>
            <a:r>
              <a:rPr lang="en-US" dirty="0" err="1"/>
              <a:t>enkripciju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transformaciju</a:t>
            </a:r>
            <a:r>
              <a:rPr lang="en-US" dirty="0"/>
              <a:t> </a:t>
            </a:r>
            <a:r>
              <a:rPr lang="en-US" dirty="0" err="1"/>
              <a:t>glasa</a:t>
            </a:r>
            <a:endParaRPr lang="en-US" dirty="0"/>
          </a:p>
          <a:p>
            <a:r>
              <a:rPr lang="en-US" dirty="0" err="1"/>
              <a:t>ulazni</a:t>
            </a:r>
            <a:r>
              <a:rPr lang="en-US" dirty="0"/>
              <a:t> signal </a:t>
            </a:r>
            <a:r>
              <a:rPr lang="en-US"/>
              <a:t>(modulator) </a:t>
            </a:r>
            <a:r>
              <a:rPr lang="en-US" dirty="0" err="1"/>
              <a:t>propušta</a:t>
            </a:r>
            <a:r>
              <a:rPr lang="en-US" dirty="0"/>
              <a:t> se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i="1" dirty="0"/>
              <a:t>bandpass</a:t>
            </a:r>
            <a:r>
              <a:rPr lang="en-US" dirty="0"/>
              <a:t> </a:t>
            </a:r>
            <a:r>
              <a:rPr lang="en-US" dirty="0" err="1"/>
              <a:t>filtre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se </a:t>
            </a:r>
            <a:r>
              <a:rPr lang="en-US" dirty="0" err="1"/>
              <a:t>mjeri</a:t>
            </a:r>
            <a:r>
              <a:rPr lang="en-US" dirty="0"/>
              <a:t> </a:t>
            </a:r>
            <a:r>
              <a:rPr lang="en-US" dirty="0" err="1"/>
              <a:t>energija</a:t>
            </a:r>
            <a:r>
              <a:rPr lang="en-US" dirty="0"/>
              <a:t> u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frekvencijskom</a:t>
            </a:r>
            <a:r>
              <a:rPr lang="en-US" dirty="0"/>
              <a:t> </a:t>
            </a:r>
            <a:r>
              <a:rPr lang="en-US" dirty="0" err="1"/>
              <a:t>pojasu</a:t>
            </a:r>
            <a:r>
              <a:rPr lang="en-US" dirty="0"/>
              <a:t> -&gt; </a:t>
            </a:r>
            <a:r>
              <a:rPr lang="en-US" dirty="0" err="1"/>
              <a:t>ovojnica</a:t>
            </a:r>
            <a:r>
              <a:rPr lang="en-US" dirty="0"/>
              <a:t> (envelope)</a:t>
            </a:r>
          </a:p>
          <a:p>
            <a:r>
              <a:rPr lang="en-US" dirty="0"/>
              <a:t>signal </a:t>
            </a:r>
            <a:r>
              <a:rPr lang="en-US" dirty="0" err="1"/>
              <a:t>nosilac</a:t>
            </a:r>
            <a:r>
              <a:rPr lang="en-US" dirty="0"/>
              <a:t> (carrier) </a:t>
            </a:r>
            <a:r>
              <a:rPr lang="en-US" dirty="0" err="1"/>
              <a:t>također</a:t>
            </a:r>
            <a:r>
              <a:rPr lang="en-US" dirty="0"/>
              <a:t> se </a:t>
            </a:r>
            <a:r>
              <a:rPr lang="en-US" dirty="0" err="1"/>
              <a:t>propušta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isti</a:t>
            </a:r>
            <a:r>
              <a:rPr lang="en-US" dirty="0"/>
              <a:t> </a:t>
            </a: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filtara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se </a:t>
            </a:r>
            <a:r>
              <a:rPr lang="en-US" dirty="0" err="1"/>
              <a:t>množi</a:t>
            </a:r>
            <a:r>
              <a:rPr lang="en-US" dirty="0"/>
              <a:t> s </a:t>
            </a:r>
            <a:r>
              <a:rPr lang="en-US" dirty="0" err="1"/>
              <a:t>ovojnicom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D4DB2-2CEA-877D-DE8F-4638D57B8022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1B3CD-F9A8-6A67-BF99-AF209AFBAD29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F3FD26-7792-72E0-EDCE-13745A8E430D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E8323-8FB3-C4B9-05DB-26730CA7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E522-9678-C6CD-060C-0BFAADCB5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Općenito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65F09-2D25-CFA7-2587-2EFEA3CE8D00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3F4F9-5833-ABB6-E1BC-CD95F6533C56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92044-42F9-2C8C-9A08-E2DE7596749F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 descr="Schematic of a standard vocoder. | Download Scientific Diagram">
            <a:extLst>
              <a:ext uri="{FF2B5EF4-FFF2-40B4-BE49-F238E27FC236}">
                <a16:creationId xmlns:a16="http://schemas.microsoft.com/office/drawing/2014/main" id="{9CDB10B8-A571-C4BE-1E34-425A2130D0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2010876"/>
            <a:ext cx="809625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7F0B9E6C-5B92-F1F0-E873-0768C9F11EA6}"/>
              </a:ext>
            </a:extLst>
          </p:cNvPr>
          <p:cNvSpPr txBox="1"/>
          <p:nvPr/>
        </p:nvSpPr>
        <p:spPr>
          <a:xfrm>
            <a:off x="1125793" y="5410680"/>
            <a:ext cx="9940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https://www.researchgate.net/figure/Schematic-of-a-standard-vocoder_fig1_356144802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592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CE44-0803-1E49-85BF-BC84DE6D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8902D-B3D9-EA82-FE15-5A12292EB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Povijest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F7D7-AF00-A7E0-AC09-C5C508360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Homer Dudley, Bell Labs, 1938.</a:t>
            </a:r>
          </a:p>
          <a:p>
            <a:r>
              <a:rPr lang="en-US" dirty="0"/>
              <a:t>codec za </a:t>
            </a:r>
            <a:r>
              <a:rPr lang="en-US" dirty="0" err="1"/>
              <a:t>telekomunikacije</a:t>
            </a:r>
            <a:r>
              <a:rPr lang="en-US" dirty="0"/>
              <a:t>, </a:t>
            </a:r>
            <a:r>
              <a:rPr lang="en-US" dirty="0" err="1"/>
              <a:t>bolja</a:t>
            </a:r>
            <a:r>
              <a:rPr lang="en-US" dirty="0"/>
              <a:t> </a:t>
            </a:r>
            <a:r>
              <a:rPr lang="en-US" dirty="0" err="1"/>
              <a:t>iskorištenost</a:t>
            </a:r>
            <a:r>
              <a:rPr lang="en-US" dirty="0"/>
              <a:t> </a:t>
            </a:r>
            <a:r>
              <a:rPr lang="en-US" i="1" dirty="0" err="1"/>
              <a:t>bandwidtha</a:t>
            </a:r>
            <a:endParaRPr lang="en-US" i="1" dirty="0"/>
          </a:p>
          <a:p>
            <a:r>
              <a:rPr lang="en-US" dirty="0" err="1"/>
              <a:t>enkriptirana</a:t>
            </a:r>
            <a:r>
              <a:rPr lang="en-US" dirty="0"/>
              <a:t> </a:t>
            </a:r>
            <a:r>
              <a:rPr lang="en-US" dirty="0" err="1"/>
              <a:t>komunikacija</a:t>
            </a:r>
            <a:r>
              <a:rPr lang="en-US" dirty="0"/>
              <a:t> za </a:t>
            </a:r>
            <a:r>
              <a:rPr lang="en-US" dirty="0" err="1"/>
              <a:t>vrijeme</a:t>
            </a:r>
            <a:r>
              <a:rPr lang="en-US" dirty="0"/>
              <a:t> 2. </a:t>
            </a:r>
            <a:r>
              <a:rPr lang="en-US" dirty="0" err="1"/>
              <a:t>svjetskog</a:t>
            </a:r>
            <a:r>
              <a:rPr lang="en-US" dirty="0"/>
              <a:t> rata</a:t>
            </a:r>
          </a:p>
          <a:p>
            <a:r>
              <a:rPr lang="en-US" dirty="0" err="1"/>
              <a:t>danas</a:t>
            </a:r>
            <a:r>
              <a:rPr lang="en-US" dirty="0"/>
              <a:t>: </a:t>
            </a:r>
            <a:r>
              <a:rPr lang="en-US" dirty="0" err="1"/>
              <a:t>telekomunikacije</a:t>
            </a:r>
            <a:r>
              <a:rPr lang="en-US" dirty="0"/>
              <a:t>, </a:t>
            </a:r>
            <a:r>
              <a:rPr lang="en-US" dirty="0" err="1"/>
              <a:t>enkripcija</a:t>
            </a:r>
            <a:r>
              <a:rPr lang="en-US" dirty="0"/>
              <a:t> </a:t>
            </a:r>
            <a:r>
              <a:rPr lang="en-US" dirty="0" err="1"/>
              <a:t>glasa</a:t>
            </a:r>
            <a:r>
              <a:rPr lang="en-US" dirty="0"/>
              <a:t>, </a:t>
            </a:r>
            <a:r>
              <a:rPr lang="en-US" dirty="0" err="1"/>
              <a:t>implantanti</a:t>
            </a:r>
            <a:r>
              <a:rPr lang="en-US" dirty="0"/>
              <a:t>, </a:t>
            </a:r>
            <a:r>
              <a:rPr lang="en-US" dirty="0" err="1"/>
              <a:t>glazba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4B127-0FEA-CC62-B25A-F110291DEEE6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E6864-3D01-552F-6526-CF89F184FC16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C912BE-B2DA-7196-DEDC-DABC879F6BA4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18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4B6F4-C475-4424-01CD-1B629E2F4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4155-4704-5B55-1668-2E86E828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glazbi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A7A42-13F9-FD75-5D6B-9C3CE33C6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Werner Meyer-Eppler, 1948. – rad o </a:t>
            </a:r>
            <a:r>
              <a:rPr lang="en-US" dirty="0" err="1"/>
              <a:t>elektroničkoj</a:t>
            </a:r>
            <a:r>
              <a:rPr lang="en-US" dirty="0"/>
              <a:t> </a:t>
            </a:r>
            <a:r>
              <a:rPr lang="en-US" dirty="0" err="1"/>
              <a:t>glazbi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sintezi</a:t>
            </a:r>
            <a:r>
              <a:rPr lang="en-US" dirty="0"/>
              <a:t> </a:t>
            </a:r>
            <a:r>
              <a:rPr lang="en-US" dirty="0" err="1"/>
              <a:t>glasa</a:t>
            </a:r>
            <a:endParaRPr lang="en-US" dirty="0"/>
          </a:p>
          <a:p>
            <a:r>
              <a:rPr lang="en-US" dirty="0"/>
              <a:t>Robert Moog, 1968. – </a:t>
            </a:r>
            <a:r>
              <a:rPr lang="en-US" dirty="0" err="1"/>
              <a:t>jedan</a:t>
            </a:r>
            <a:r>
              <a:rPr lang="en-US" dirty="0"/>
              <a:t> od </a:t>
            </a:r>
            <a:r>
              <a:rPr lang="en-US" dirty="0" err="1"/>
              <a:t>prvih</a:t>
            </a:r>
            <a:r>
              <a:rPr lang="en-US" dirty="0"/>
              <a:t> </a:t>
            </a:r>
            <a:r>
              <a:rPr lang="en-US" i="1" dirty="0"/>
              <a:t>solid-state</a:t>
            </a:r>
            <a:r>
              <a:rPr lang="en-US" dirty="0"/>
              <a:t> </a:t>
            </a:r>
            <a:r>
              <a:rPr lang="en-US" dirty="0" err="1"/>
              <a:t>vokodera</a:t>
            </a:r>
            <a:endParaRPr lang="en-US" dirty="0"/>
          </a:p>
          <a:p>
            <a:r>
              <a:rPr lang="en-US" dirty="0"/>
              <a:t>Kraftwerk, </a:t>
            </a:r>
            <a:r>
              <a:rPr lang="en-US" dirty="0" err="1"/>
              <a:t>Polysics</a:t>
            </a:r>
            <a:r>
              <a:rPr lang="en-US" dirty="0"/>
              <a:t>, Stevie Wonder</a:t>
            </a:r>
          </a:p>
          <a:p>
            <a:r>
              <a:rPr lang="en-US" dirty="0"/>
              <a:t>Daft Punk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07884D-EC99-EDCB-DF57-F684CC0B6380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5A42F-990D-3B3C-7E6F-325B2D2EBD93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A1D0B0-E3EE-FEFD-0F75-2D1AE4B718F5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3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50BE-C05D-B651-F8FC-870B4767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4F033-F918-A407-0AE5-E8EB76B1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Implementacija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4553A-C703-9826-CE39-8CD8C9995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fft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 err="1"/>
              <a:t>biquad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8259A7-A663-F000-E2CB-A40B5290C817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2AE51F-1B9F-CACD-BEDD-3EBD7082F84C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428B6D-D391-D607-FCEE-B52F20A3070F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39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4D82-32A8-794C-81F2-1B22DA5A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E1F5-8403-5B76-8A57-57FC55AE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Implementacija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0CF8C-46A1-D837-0AC1-57A1003BB17E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C9A1D-8692-59BB-E7A7-82AE599F77E5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96CE9-9892-FAB0-F690-0178B991FFE2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An introduction to Biquad filters - GCRadix GmbH">
            <a:extLst>
              <a:ext uri="{FF2B5EF4-FFF2-40B4-BE49-F238E27FC236}">
                <a16:creationId xmlns:a16="http://schemas.microsoft.com/office/drawing/2014/main" id="{92605FBF-D8F0-2C98-2521-1D35B81CB6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938950"/>
            <a:ext cx="47244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46ABE0-2F2A-E883-5F56-C677C5A6C44F}"/>
              </a:ext>
            </a:extLst>
          </p:cNvPr>
          <p:cNvSpPr txBox="1"/>
          <p:nvPr/>
        </p:nvSpPr>
        <p:spPr>
          <a:xfrm>
            <a:off x="3500284" y="5310800"/>
            <a:ext cx="616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https://gcradix.de/an-introduction-to-biquad-filters/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84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FA2F-CA99-EAFD-66D8-A682D401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0631-60A8-AB70-8459-0950C76D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Implementacija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91331C-CACC-A63C-E4F5-D802286D6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9474"/>
            <a:ext cx="3191514" cy="4351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70370B-0A44-389E-5485-A6A88ED80316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12201-68C6-96E8-E532-31EB6DE4AC5B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6C3285-E175-EE02-742A-8D4B96F914C1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7AD13C-7A83-8E60-2A9E-4A7809A05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117" y="1579474"/>
            <a:ext cx="6030683" cy="5832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7B6B8C-40C2-91F8-E790-73B374F2B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982" y="2229704"/>
            <a:ext cx="3238952" cy="10574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4B61FA-31A2-3FA6-8D4C-230B6DA01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117" y="3693140"/>
            <a:ext cx="2543823" cy="18445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520A75-708D-983D-3F91-FFA0B6688F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471" y="3294878"/>
            <a:ext cx="2581635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17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D2D18-2F3A-82F8-8DBC-26DA46B8B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A173-D193-466E-9CC4-9BDE0B21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Implementacija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33FCB-1E80-0942-75FA-D773F231E937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A1554-DF58-2B2E-E37E-2C7396FC998B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DF9E7-CD2C-3045-5C0D-BB4E53F53920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E36C795-ACF1-3EC7-707C-34DF24179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2269" y="2429021"/>
            <a:ext cx="7447461" cy="199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5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06F60-E2FA-5328-81F4-4E914436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43E3-9504-B4B6-2AB1-AF6CA19A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Implementacija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B2BE6EF-2808-E2D0-47FD-B032750DD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78172"/>
            <a:ext cx="3724849" cy="18244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93FC28-E7E4-D3B2-3716-925A88D53DE9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25DE8-27D5-5C12-0233-39BCB0F0482A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B7F61-091B-1D7E-AE31-EDADBA1EAC54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0882DD-DB34-1DD4-32F6-F1BCCF0278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63"/>
          <a:stretch>
            <a:fillRect/>
          </a:stretch>
        </p:blipFill>
        <p:spPr>
          <a:xfrm>
            <a:off x="6009561" y="750660"/>
            <a:ext cx="5115639" cy="53566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B1A4CC-7D34-E66A-4CE8-6523E37FC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3202587"/>
            <a:ext cx="2526890" cy="317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72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E279A-F4C9-7363-8086-370E9D8D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D9FD-370E-D2A1-8351-BB23A956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Literatura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EDAB8-6382-5F28-F37B-6AADBCC4595C}"/>
              </a:ext>
            </a:extLst>
          </p:cNvPr>
          <p:cNvSpPr txBox="1"/>
          <p:nvPr/>
        </p:nvSpPr>
        <p:spPr>
          <a:xfrm>
            <a:off x="0" y="6550223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FER, 2026.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BC840-1D8D-E39A-4B83-17943E1A8BEF}"/>
              </a:ext>
            </a:extLst>
          </p:cNvPr>
          <p:cNvSpPr txBox="1"/>
          <p:nvPr/>
        </p:nvSpPr>
        <p:spPr>
          <a:xfrm>
            <a:off x="4832555" y="6538902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Ivan Vjekoslav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Rođak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2C49A-91FD-96D1-4F2D-AB190F04EDC0}"/>
              </a:ext>
            </a:extLst>
          </p:cNvPr>
          <p:cNvSpPr txBox="1"/>
          <p:nvPr/>
        </p:nvSpPr>
        <p:spPr>
          <a:xfrm>
            <a:off x="9665110" y="6538901"/>
            <a:ext cx="2526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Audioprogramiranje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BD178F-EDD1-74B2-54D6-9367E8112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https://www.roland.com/uk/blog/what-is-a-vocoder/</a:t>
            </a:r>
            <a:endParaRPr lang="en-US" dirty="0"/>
          </a:p>
          <a:p>
            <a:r>
              <a:rPr lang="en-US" dirty="0">
                <a:hlinkClick r:id="rId3"/>
              </a:rPr>
              <a:t>https://learn.bela.io/tutorials/c-plus-plus-for-real-time-audio-programming/phase-vocoder-part-1/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204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274</Words>
  <Application>Microsoft Office PowerPoint</Application>
  <PresentationFormat>Widescreen</PresentationFormat>
  <Paragraphs>64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Tahoma</vt:lpstr>
      <vt:lpstr>Office Theme</vt:lpstr>
      <vt:lpstr>Vocoder</vt:lpstr>
      <vt:lpstr>Općenito</vt:lpstr>
      <vt:lpstr>Općenito</vt:lpstr>
      <vt:lpstr>Povijest</vt:lpstr>
      <vt:lpstr>U glazbi</vt:lpstr>
      <vt:lpstr>Implementacija</vt:lpstr>
      <vt:lpstr>Implementacija</vt:lpstr>
      <vt:lpstr>Implementacija</vt:lpstr>
      <vt:lpstr>Implementacija</vt:lpstr>
      <vt:lpstr>Implementacija</vt:lpstr>
      <vt:lpstr>Literatura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Takumi Fujiwara</dc:creator>
  <cp:lastModifiedBy>Takumi Fujiwara</cp:lastModifiedBy>
  <cp:revision>20</cp:revision>
  <dcterms:created xsi:type="dcterms:W3CDTF">2026-01-26T12:30:43Z</dcterms:created>
  <dcterms:modified xsi:type="dcterms:W3CDTF">2026-01-28T12:28:26Z</dcterms:modified>
</cp:coreProperties>
</file>